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03 SOC1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2026-10-02T09:56:13.410400Z | Framework ID: 03_SOC1_TypeII</a:t>
            </a:r>
          </a:p>
          <a:p>
            <a:r>
              <a:t>AICPA SSAE 18 AT-C Section 320</a:t>
            </a:r>
          </a:p>
          <a:p>
            <a:r>
              <a:t>PASS — financial reporting controls: immutable audit log (AIOSS), encrypted storage, access controls</a:t>
            </a:r>
          </a:p>
          <a:p>
            <a:r>
              <a:t>COMPLIANT</a:t>
            </a:r>
          </a:p>
          <a:p>
            <a:r>
              <a:t>AIOSS 232,665 entries/sec append-only chain provides complete financial audit trail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